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7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6171C2-E533-4441-B41B-54CC7D44E16D}" type="doc">
      <dgm:prSet loTypeId="urn:microsoft.com/office/officeart/2005/8/layout/hList1" loCatId="list" qsTypeId="urn:microsoft.com/office/officeart/2005/8/quickstyle/simple1#123" qsCatId="simple" csTypeId="urn:microsoft.com/office/officeart/2005/8/colors/accent1_2#78" csCatId="accent1"/>
      <dgm:spPr/>
      <dgm:t>
        <a:bodyPr/>
        <a:lstStyle/>
        <a:p>
          <a:endParaRPr lang="en-US"/>
        </a:p>
      </dgm:t>
    </dgm:pt>
    <dgm:pt modelId="{7864F96E-96EC-4E8C-AF3D-2639CDB22845}">
      <dgm:prSet/>
      <dgm:spPr/>
      <dgm:t>
        <a:bodyPr/>
        <a:lstStyle/>
        <a:p>
          <a:r>
            <a:rPr lang="en-US"/>
            <a:t>The Flaw in Traditional Analytics:</a:t>
          </a:r>
        </a:p>
      </dgm:t>
    </dgm:pt>
    <dgm:pt modelId="{016B0DD0-8AA3-4FDA-8830-04F17340AC16}" type="parTrans" cxnId="{FAB658DB-4206-420A-B330-C11A21189AA8}">
      <dgm:prSet/>
      <dgm:spPr/>
      <dgm:t>
        <a:bodyPr/>
        <a:lstStyle/>
        <a:p>
          <a:endParaRPr lang="en-US"/>
        </a:p>
      </dgm:t>
    </dgm:pt>
    <dgm:pt modelId="{2CCAA83D-E403-45D1-ADE8-28C2B730F3B3}" type="sibTrans" cxnId="{FAB658DB-4206-420A-B330-C11A21189AA8}">
      <dgm:prSet/>
      <dgm:spPr/>
      <dgm:t>
        <a:bodyPr/>
        <a:lstStyle/>
        <a:p>
          <a:endParaRPr lang="en-US"/>
        </a:p>
      </dgm:t>
    </dgm:pt>
    <dgm:pt modelId="{D139D337-0B6D-45ED-85DA-D12EA10923E9}">
      <dgm:prSet/>
      <dgm:spPr/>
      <dgm:t>
        <a:bodyPr/>
        <a:lstStyle/>
        <a:p>
          <a:r>
            <a:rPr lang="en-US"/>
            <a:t>Static career averages fail to capture live match momentum.</a:t>
          </a:r>
        </a:p>
      </dgm:t>
    </dgm:pt>
    <dgm:pt modelId="{012B4436-CB23-46D1-B043-1B9A559E5CF5}" type="parTrans" cxnId="{5CA81B43-B32B-48EA-B0D6-CFF8F2804BDF}">
      <dgm:prSet/>
      <dgm:spPr/>
      <dgm:t>
        <a:bodyPr/>
        <a:lstStyle/>
        <a:p>
          <a:endParaRPr lang="en-US"/>
        </a:p>
      </dgm:t>
    </dgm:pt>
    <dgm:pt modelId="{7A72555F-B239-4D8F-94FD-0F679B2DCF84}" type="sibTrans" cxnId="{5CA81B43-B32B-48EA-B0D6-CFF8F2804BDF}">
      <dgm:prSet/>
      <dgm:spPr/>
      <dgm:t>
        <a:bodyPr/>
        <a:lstStyle/>
        <a:p>
          <a:endParaRPr lang="en-US"/>
        </a:p>
      </dgm:t>
    </dgm:pt>
    <dgm:pt modelId="{7C5FBBDB-F5A7-47CD-8C7C-A3F991C6C06F}">
      <dgm:prSet/>
      <dgm:spPr/>
      <dgm:t>
        <a:bodyPr/>
        <a:lstStyle/>
        <a:p>
          <a:r>
            <a:rPr lang="en-US"/>
            <a:t>A batsmans vulnerability changes drastically based on recent scoreboard pressure (e.g., 5 dot balls in a row).</a:t>
          </a:r>
        </a:p>
      </dgm:t>
    </dgm:pt>
    <dgm:pt modelId="{673B8D9A-4139-44C0-A3FA-7E7B083E9ED0}" type="parTrans" cxnId="{CFFE7ABD-C757-4F5A-9FED-364C2375C8FC}">
      <dgm:prSet/>
      <dgm:spPr/>
      <dgm:t>
        <a:bodyPr/>
        <a:lstStyle/>
        <a:p>
          <a:endParaRPr lang="en-US"/>
        </a:p>
      </dgm:t>
    </dgm:pt>
    <dgm:pt modelId="{ED3984CB-64DA-40CA-AABF-F6686C03C194}" type="sibTrans" cxnId="{CFFE7ABD-C757-4F5A-9FED-364C2375C8FC}">
      <dgm:prSet/>
      <dgm:spPr/>
      <dgm:t>
        <a:bodyPr/>
        <a:lstStyle/>
        <a:p>
          <a:endParaRPr lang="en-US"/>
        </a:p>
      </dgm:t>
    </dgm:pt>
    <dgm:pt modelId="{D792C89B-BBE2-44B0-A0D3-99C4872C535C}">
      <dgm:prSet/>
      <dgm:spPr/>
      <dgm:t>
        <a:bodyPr/>
        <a:lstStyle/>
        <a:p>
          <a:r>
            <a:rPr lang="en-US"/>
            <a:t>Our Solution:</a:t>
          </a:r>
        </a:p>
      </dgm:t>
    </dgm:pt>
    <dgm:pt modelId="{975A3517-734B-458E-8F32-D193AD7D4FB1}" type="parTrans" cxnId="{6E2855C4-9D62-4EFE-9616-705B3355E8A3}">
      <dgm:prSet/>
      <dgm:spPr/>
      <dgm:t>
        <a:bodyPr/>
        <a:lstStyle/>
        <a:p>
          <a:endParaRPr lang="en-US"/>
        </a:p>
      </dgm:t>
    </dgm:pt>
    <dgm:pt modelId="{618C3FED-F82B-423F-A6D4-42D6C54C79B2}" type="sibTrans" cxnId="{6E2855C4-9D62-4EFE-9616-705B3355E8A3}">
      <dgm:prSet/>
      <dgm:spPr/>
      <dgm:t>
        <a:bodyPr/>
        <a:lstStyle/>
        <a:p>
          <a:endParaRPr lang="en-US"/>
        </a:p>
      </dgm:t>
    </dgm:pt>
    <dgm:pt modelId="{9836A323-DBB1-4FE0-BFF5-06D36EFA8FB4}">
      <dgm:prSet/>
      <dgm:spPr/>
      <dgm:t>
        <a:bodyPr/>
        <a:lstStyle/>
        <a:p>
          <a:r>
            <a:rPr lang="en-US"/>
            <a:t>A machine learning engine that predicts future outcomes based on immediate, real-time match momentum rather than past averages.</a:t>
          </a:r>
        </a:p>
      </dgm:t>
    </dgm:pt>
    <dgm:pt modelId="{371E52EA-017F-4603-AA00-675AAEE1F543}" type="parTrans" cxnId="{F01BB667-7F6F-4E09-A3E1-77F2FACBB6A2}">
      <dgm:prSet/>
      <dgm:spPr/>
      <dgm:t>
        <a:bodyPr/>
        <a:lstStyle/>
        <a:p>
          <a:endParaRPr lang="en-US"/>
        </a:p>
      </dgm:t>
    </dgm:pt>
    <dgm:pt modelId="{BC9FE9E4-4D86-4C65-BA1D-3D82770753F3}" type="sibTrans" cxnId="{F01BB667-7F6F-4E09-A3E1-77F2FACBB6A2}">
      <dgm:prSet/>
      <dgm:spPr/>
      <dgm:t>
        <a:bodyPr/>
        <a:lstStyle/>
        <a:p>
          <a:endParaRPr lang="en-US"/>
        </a:p>
      </dgm:t>
    </dgm:pt>
    <dgm:pt modelId="{2B917D0A-1BE1-4CCA-94A4-696B3BE20A17}" type="pres">
      <dgm:prSet presAssocID="{946171C2-E533-4441-B41B-54CC7D44E16D}" presName="Name0" presStyleCnt="0">
        <dgm:presLayoutVars>
          <dgm:dir/>
          <dgm:animLvl val="lvl"/>
          <dgm:resizeHandles val="exact"/>
        </dgm:presLayoutVars>
      </dgm:prSet>
      <dgm:spPr/>
    </dgm:pt>
    <dgm:pt modelId="{B92C6CED-3916-464E-95B6-490FD5793197}" type="pres">
      <dgm:prSet presAssocID="{7864F96E-96EC-4E8C-AF3D-2639CDB22845}" presName="composite" presStyleCnt="0"/>
      <dgm:spPr/>
    </dgm:pt>
    <dgm:pt modelId="{CD26080D-6248-4845-91A2-41F6479DBC14}" type="pres">
      <dgm:prSet presAssocID="{7864F96E-96EC-4E8C-AF3D-2639CDB2284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183C65C-7C56-4807-A97C-5A53DD9EE3C0}" type="pres">
      <dgm:prSet presAssocID="{7864F96E-96EC-4E8C-AF3D-2639CDB22845}" presName="desTx" presStyleLbl="alignAccFollowNode1" presStyleIdx="0" presStyleCnt="2">
        <dgm:presLayoutVars>
          <dgm:bulletEnabled val="1"/>
        </dgm:presLayoutVars>
      </dgm:prSet>
      <dgm:spPr/>
    </dgm:pt>
    <dgm:pt modelId="{ABC27C23-4E49-44B6-94CE-B613993D8A46}" type="pres">
      <dgm:prSet presAssocID="{2CCAA83D-E403-45D1-ADE8-28C2B730F3B3}" presName="space" presStyleCnt="0"/>
      <dgm:spPr/>
    </dgm:pt>
    <dgm:pt modelId="{94CF3E48-015E-410A-914B-E2B910BD5EF3}" type="pres">
      <dgm:prSet presAssocID="{D792C89B-BBE2-44B0-A0D3-99C4872C535C}" presName="composite" presStyleCnt="0"/>
      <dgm:spPr/>
    </dgm:pt>
    <dgm:pt modelId="{9BEED827-96B1-4C9D-82C5-F8BBC2EF983F}" type="pres">
      <dgm:prSet presAssocID="{D792C89B-BBE2-44B0-A0D3-99C4872C535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AB2BC13-D988-4DE5-AD8B-4851C4764FCB}" type="pres">
      <dgm:prSet presAssocID="{D792C89B-BBE2-44B0-A0D3-99C4872C535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48396201-B363-41CE-92B8-F296808BECEB}" type="presOf" srcId="{946171C2-E533-4441-B41B-54CC7D44E16D}" destId="{2B917D0A-1BE1-4CCA-94A4-696B3BE20A17}" srcOrd="0" destOrd="0" presId="urn:microsoft.com/office/officeart/2005/8/layout/hList1"/>
    <dgm:cxn modelId="{5CA81B43-B32B-48EA-B0D6-CFF8F2804BDF}" srcId="{7864F96E-96EC-4E8C-AF3D-2639CDB22845}" destId="{D139D337-0B6D-45ED-85DA-D12EA10923E9}" srcOrd="0" destOrd="0" parTransId="{012B4436-CB23-46D1-B043-1B9A559E5CF5}" sibTransId="{7A72555F-B239-4D8F-94FD-0F679B2DCF84}"/>
    <dgm:cxn modelId="{F01BB667-7F6F-4E09-A3E1-77F2FACBB6A2}" srcId="{D792C89B-BBE2-44B0-A0D3-99C4872C535C}" destId="{9836A323-DBB1-4FE0-BFF5-06D36EFA8FB4}" srcOrd="0" destOrd="0" parTransId="{371E52EA-017F-4603-AA00-675AAEE1F543}" sibTransId="{BC9FE9E4-4D86-4C65-BA1D-3D82770753F3}"/>
    <dgm:cxn modelId="{F2B6EB67-8764-4E19-B800-F0F430A0AD36}" type="presOf" srcId="{D139D337-0B6D-45ED-85DA-D12EA10923E9}" destId="{1183C65C-7C56-4807-A97C-5A53DD9EE3C0}" srcOrd="0" destOrd="0" presId="urn:microsoft.com/office/officeart/2005/8/layout/hList1"/>
    <dgm:cxn modelId="{6A67A07B-BA64-4642-A66D-B55113F4E37A}" type="presOf" srcId="{D792C89B-BBE2-44B0-A0D3-99C4872C535C}" destId="{9BEED827-96B1-4C9D-82C5-F8BBC2EF983F}" srcOrd="0" destOrd="0" presId="urn:microsoft.com/office/officeart/2005/8/layout/hList1"/>
    <dgm:cxn modelId="{5379BBAA-55AB-43E6-A8CC-6FCD6A4774C3}" type="presOf" srcId="{7C5FBBDB-F5A7-47CD-8C7C-A3F991C6C06F}" destId="{1183C65C-7C56-4807-A97C-5A53DD9EE3C0}" srcOrd="0" destOrd="1" presId="urn:microsoft.com/office/officeart/2005/8/layout/hList1"/>
    <dgm:cxn modelId="{CFFE7ABD-C757-4F5A-9FED-364C2375C8FC}" srcId="{7864F96E-96EC-4E8C-AF3D-2639CDB22845}" destId="{7C5FBBDB-F5A7-47CD-8C7C-A3F991C6C06F}" srcOrd="1" destOrd="0" parTransId="{673B8D9A-4139-44C0-A3FA-7E7B083E9ED0}" sibTransId="{ED3984CB-64DA-40CA-AABF-F6686C03C194}"/>
    <dgm:cxn modelId="{6E2855C4-9D62-4EFE-9616-705B3355E8A3}" srcId="{946171C2-E533-4441-B41B-54CC7D44E16D}" destId="{D792C89B-BBE2-44B0-A0D3-99C4872C535C}" srcOrd="1" destOrd="0" parTransId="{975A3517-734B-458E-8F32-D193AD7D4FB1}" sibTransId="{618C3FED-F82B-423F-A6D4-42D6C54C79B2}"/>
    <dgm:cxn modelId="{FAB658DB-4206-420A-B330-C11A21189AA8}" srcId="{946171C2-E533-4441-B41B-54CC7D44E16D}" destId="{7864F96E-96EC-4E8C-AF3D-2639CDB22845}" srcOrd="0" destOrd="0" parTransId="{016B0DD0-8AA3-4FDA-8830-04F17340AC16}" sibTransId="{2CCAA83D-E403-45D1-ADE8-28C2B730F3B3}"/>
    <dgm:cxn modelId="{5252F8F0-AD0C-4FA4-8BB7-27CBD012D6F5}" type="presOf" srcId="{7864F96E-96EC-4E8C-AF3D-2639CDB22845}" destId="{CD26080D-6248-4845-91A2-41F6479DBC14}" srcOrd="0" destOrd="0" presId="urn:microsoft.com/office/officeart/2005/8/layout/hList1"/>
    <dgm:cxn modelId="{786F67F3-6B40-4F59-9247-AFEBBB315C7F}" type="presOf" srcId="{9836A323-DBB1-4FE0-BFF5-06D36EFA8FB4}" destId="{7AB2BC13-D988-4DE5-AD8B-4851C4764FCB}" srcOrd="0" destOrd="0" presId="urn:microsoft.com/office/officeart/2005/8/layout/hList1"/>
    <dgm:cxn modelId="{EC4BE5B4-48A3-4D36-B753-A10780C82061}" type="presParOf" srcId="{2B917D0A-1BE1-4CCA-94A4-696B3BE20A17}" destId="{B92C6CED-3916-464E-95B6-490FD5793197}" srcOrd="0" destOrd="0" presId="urn:microsoft.com/office/officeart/2005/8/layout/hList1"/>
    <dgm:cxn modelId="{96B85458-0D0F-49ED-8E23-E1BD45AE9ED7}" type="presParOf" srcId="{B92C6CED-3916-464E-95B6-490FD5793197}" destId="{CD26080D-6248-4845-91A2-41F6479DBC14}" srcOrd="0" destOrd="0" presId="urn:microsoft.com/office/officeart/2005/8/layout/hList1"/>
    <dgm:cxn modelId="{1ABF8ABC-5677-4FF3-BC08-2C45662083B5}" type="presParOf" srcId="{B92C6CED-3916-464E-95B6-490FD5793197}" destId="{1183C65C-7C56-4807-A97C-5A53DD9EE3C0}" srcOrd="1" destOrd="0" presId="urn:microsoft.com/office/officeart/2005/8/layout/hList1"/>
    <dgm:cxn modelId="{8F7FCA5A-9C7A-4B98-9148-48E4F0391E37}" type="presParOf" srcId="{2B917D0A-1BE1-4CCA-94A4-696B3BE20A17}" destId="{ABC27C23-4E49-44B6-94CE-B613993D8A46}" srcOrd="1" destOrd="0" presId="urn:microsoft.com/office/officeart/2005/8/layout/hList1"/>
    <dgm:cxn modelId="{78962C19-DCC7-4FB3-A16B-B1BD302720D6}" type="presParOf" srcId="{2B917D0A-1BE1-4CCA-94A4-696B3BE20A17}" destId="{94CF3E48-015E-410A-914B-E2B910BD5EF3}" srcOrd="2" destOrd="0" presId="urn:microsoft.com/office/officeart/2005/8/layout/hList1"/>
    <dgm:cxn modelId="{832ECD3D-3501-4E9D-B222-1BAB2EA94958}" type="presParOf" srcId="{94CF3E48-015E-410A-914B-E2B910BD5EF3}" destId="{9BEED827-96B1-4C9D-82C5-F8BBC2EF983F}" srcOrd="0" destOrd="0" presId="urn:microsoft.com/office/officeart/2005/8/layout/hList1"/>
    <dgm:cxn modelId="{71775D01-1547-4F07-B4AD-E340D9BC86F9}" type="presParOf" srcId="{94CF3E48-015E-410A-914B-E2B910BD5EF3}" destId="{7AB2BC13-D988-4DE5-AD8B-4851C4764FC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6080D-6248-4845-91A2-41F6479DBC14}">
      <dsp:nvSpPr>
        <dsp:cNvPr id="0" name=""/>
        <dsp:cNvSpPr/>
      </dsp:nvSpPr>
      <dsp:spPr>
        <a:xfrm>
          <a:off x="21" y="273793"/>
          <a:ext cx="2015685" cy="548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Flaw in Traditional Analytics:</a:t>
          </a:r>
        </a:p>
      </dsp:txBody>
      <dsp:txXfrm>
        <a:off x="21" y="273793"/>
        <a:ext cx="2015685" cy="548960"/>
      </dsp:txXfrm>
    </dsp:sp>
    <dsp:sp modelId="{1183C65C-7C56-4807-A97C-5A53DD9EE3C0}">
      <dsp:nvSpPr>
        <dsp:cNvPr id="0" name=""/>
        <dsp:cNvSpPr/>
      </dsp:nvSpPr>
      <dsp:spPr>
        <a:xfrm>
          <a:off x="21" y="822753"/>
          <a:ext cx="2015685" cy="2141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Static career averages fail to capture live match momentum.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 batsmans vulnerability changes drastically based on recent scoreboard pressure (e.g., 5 dot balls in a row).</a:t>
          </a:r>
        </a:p>
      </dsp:txBody>
      <dsp:txXfrm>
        <a:off x="21" y="822753"/>
        <a:ext cx="2015685" cy="2141100"/>
      </dsp:txXfrm>
    </dsp:sp>
    <dsp:sp modelId="{9BEED827-96B1-4C9D-82C5-F8BBC2EF983F}">
      <dsp:nvSpPr>
        <dsp:cNvPr id="0" name=""/>
        <dsp:cNvSpPr/>
      </dsp:nvSpPr>
      <dsp:spPr>
        <a:xfrm>
          <a:off x="2297903" y="273793"/>
          <a:ext cx="2015685" cy="5489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Our Solution:</a:t>
          </a:r>
        </a:p>
      </dsp:txBody>
      <dsp:txXfrm>
        <a:off x="2297903" y="273793"/>
        <a:ext cx="2015685" cy="548960"/>
      </dsp:txXfrm>
    </dsp:sp>
    <dsp:sp modelId="{7AB2BC13-D988-4DE5-AD8B-4851C4764FCB}">
      <dsp:nvSpPr>
        <dsp:cNvPr id="0" name=""/>
        <dsp:cNvSpPr/>
      </dsp:nvSpPr>
      <dsp:spPr>
        <a:xfrm>
          <a:off x="2297903" y="822753"/>
          <a:ext cx="2015685" cy="21411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 machine learning engine that predicts future outcomes based on immediate, real-time match momentum rather than past averages.</a:t>
          </a:r>
        </a:p>
      </dsp:txBody>
      <dsp:txXfrm>
        <a:off x="2297903" y="822753"/>
        <a:ext cx="2015685" cy="21411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2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DeepSequence T20I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/>
              <a:t>A Momentum-Aware Predictive Engine for T20 Cricket</a:t>
            </a:r>
          </a:p>
          <a:p>
            <a:pPr algn="l">
              <a:lnSpc>
                <a:spcPct val="90000"/>
              </a:lnSpc>
            </a:pPr>
            <a:endParaRPr lang="en-US" sz="2200"/>
          </a:p>
          <a:p>
            <a:pPr algn="l">
              <a:lnSpc>
                <a:spcPct val="90000"/>
              </a:lnSpc>
            </a:pPr>
            <a:r>
              <a:rPr lang="en-US" sz="2200"/>
              <a:t>Final Presentation</a:t>
            </a:r>
          </a:p>
        </p:txBody>
      </p:sp>
      <p:pic>
        <p:nvPicPr>
          <p:cNvPr id="11" name="Picture 10" descr="Cricket player illustration">
            <a:extLst>
              <a:ext uri="{FF2B5EF4-FFF2-40B4-BE49-F238E27FC236}">
                <a16:creationId xmlns:a16="http://schemas.microsoft.com/office/drawing/2014/main" id="{7DC673C7-69DA-0DAB-54E4-C8587B5566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91" r="10928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ricket equipment">
            <a:extLst>
              <a:ext uri="{FF2B5EF4-FFF2-40B4-BE49-F238E27FC236}">
                <a16:creationId xmlns:a16="http://schemas.microsoft.com/office/drawing/2014/main" id="{BB2DB793-49BA-EAF7-7A53-10F78B4BD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6" r="8683" b="-2"/>
          <a:stretch>
            <a:fillRect/>
          </a:stretch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74F2646-08C7-4051-81DA-751C43A03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824" y="585274"/>
            <a:ext cx="5277038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25400" dir="5400000" algn="t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CD6552F-C98B-4FBA-842F-3EF2D5ACA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824" y="585274"/>
            <a:ext cx="5277038" cy="5492212"/>
          </a:xfrm>
          <a:custGeom>
            <a:avLst/>
            <a:gdLst>
              <a:gd name="connsiteX0" fmla="*/ 0 w 7036051"/>
              <a:gd name="connsiteY0" fmla="*/ 0 h 5492212"/>
              <a:gd name="connsiteX1" fmla="*/ 7036051 w 7036051"/>
              <a:gd name="connsiteY1" fmla="*/ 0 h 5492212"/>
              <a:gd name="connsiteX2" fmla="*/ 7036051 w 7036051"/>
              <a:gd name="connsiteY2" fmla="*/ 5163846 h 5492212"/>
              <a:gd name="connsiteX3" fmla="*/ 7012593 w 7036051"/>
              <a:gd name="connsiteY3" fmla="*/ 5176898 h 5492212"/>
              <a:gd name="connsiteX4" fmla="*/ 6958601 w 7036051"/>
              <a:gd name="connsiteY4" fmla="*/ 5204359 h 5492212"/>
              <a:gd name="connsiteX5" fmla="*/ 6951226 w 7036051"/>
              <a:gd name="connsiteY5" fmla="*/ 5203241 h 5492212"/>
              <a:gd name="connsiteX6" fmla="*/ 6920864 w 7036051"/>
              <a:gd name="connsiteY6" fmla="*/ 5220003 h 5492212"/>
              <a:gd name="connsiteX7" fmla="*/ 6834841 w 7036051"/>
              <a:gd name="connsiteY7" fmla="*/ 5266115 h 5492212"/>
              <a:gd name="connsiteX8" fmla="*/ 6777937 w 7036051"/>
              <a:gd name="connsiteY8" fmla="*/ 5332502 h 5492212"/>
              <a:gd name="connsiteX9" fmla="*/ 6752874 w 7036051"/>
              <a:gd name="connsiteY9" fmla="*/ 5340428 h 5492212"/>
              <a:gd name="connsiteX10" fmla="*/ 6711115 w 7036051"/>
              <a:gd name="connsiteY10" fmla="*/ 5353924 h 5492212"/>
              <a:gd name="connsiteX11" fmla="*/ 6702149 w 7036051"/>
              <a:gd name="connsiteY11" fmla="*/ 5351500 h 5492212"/>
              <a:gd name="connsiteX12" fmla="*/ 6698458 w 7036051"/>
              <a:gd name="connsiteY12" fmla="*/ 5352743 h 5492212"/>
              <a:gd name="connsiteX13" fmla="*/ 6698049 w 7036051"/>
              <a:gd name="connsiteY13" fmla="*/ 5352570 h 5492212"/>
              <a:gd name="connsiteX14" fmla="*/ 6697297 w 7036051"/>
              <a:gd name="connsiteY14" fmla="*/ 5353134 h 5492212"/>
              <a:gd name="connsiteX15" fmla="*/ 6689118 w 7036051"/>
              <a:gd name="connsiteY15" fmla="*/ 5355890 h 5492212"/>
              <a:gd name="connsiteX16" fmla="*/ 6670605 w 7036051"/>
              <a:gd name="connsiteY16" fmla="*/ 5355427 h 5492212"/>
              <a:gd name="connsiteX17" fmla="*/ 6659606 w 7036051"/>
              <a:gd name="connsiteY17" fmla="*/ 5357084 h 5492212"/>
              <a:gd name="connsiteX18" fmla="*/ 6649636 w 7036051"/>
              <a:gd name="connsiteY18" fmla="*/ 5367869 h 5492212"/>
              <a:gd name="connsiteX19" fmla="*/ 6642159 w 7036051"/>
              <a:gd name="connsiteY19" fmla="*/ 5369506 h 5492212"/>
              <a:gd name="connsiteX20" fmla="*/ 6640764 w 7036051"/>
              <a:gd name="connsiteY20" fmla="*/ 5370991 h 5492212"/>
              <a:gd name="connsiteX21" fmla="*/ 6636665 w 7036051"/>
              <a:gd name="connsiteY21" fmla="*/ 5374002 h 5492212"/>
              <a:gd name="connsiteX22" fmla="*/ 6641287 w 7036051"/>
              <a:gd name="connsiteY22" fmla="*/ 5376181 h 5492212"/>
              <a:gd name="connsiteX23" fmla="*/ 6591018 w 7036051"/>
              <a:gd name="connsiteY23" fmla="*/ 5390981 h 5492212"/>
              <a:gd name="connsiteX24" fmla="*/ 6548326 w 7036051"/>
              <a:gd name="connsiteY24" fmla="*/ 5403583 h 5492212"/>
              <a:gd name="connsiteX25" fmla="*/ 6472868 w 7036051"/>
              <a:gd name="connsiteY25" fmla="*/ 5394733 h 5492212"/>
              <a:gd name="connsiteX26" fmla="*/ 6401194 w 7036051"/>
              <a:gd name="connsiteY26" fmla="*/ 5422870 h 5492212"/>
              <a:gd name="connsiteX27" fmla="*/ 6381961 w 7036051"/>
              <a:gd name="connsiteY27" fmla="*/ 5422940 h 5492212"/>
              <a:gd name="connsiteX28" fmla="*/ 6363834 w 7036051"/>
              <a:gd name="connsiteY28" fmla="*/ 5417751 h 5492212"/>
              <a:gd name="connsiteX29" fmla="*/ 6363997 w 7036051"/>
              <a:gd name="connsiteY29" fmla="*/ 5415912 h 5492212"/>
              <a:gd name="connsiteX30" fmla="*/ 6361124 w 7036051"/>
              <a:gd name="connsiteY30" fmla="*/ 5415066 h 5492212"/>
              <a:gd name="connsiteX31" fmla="*/ 6358507 w 7036051"/>
              <a:gd name="connsiteY31" fmla="*/ 5416224 h 5492212"/>
              <a:gd name="connsiteX32" fmla="*/ 6355073 w 7036051"/>
              <a:gd name="connsiteY32" fmla="*/ 5415242 h 5492212"/>
              <a:gd name="connsiteX33" fmla="*/ 6345676 w 7036051"/>
              <a:gd name="connsiteY33" fmla="*/ 5413049 h 5492212"/>
              <a:gd name="connsiteX34" fmla="*/ 6342596 w 7036051"/>
              <a:gd name="connsiteY34" fmla="*/ 5409297 h 5492212"/>
              <a:gd name="connsiteX35" fmla="*/ 6305742 w 7036051"/>
              <a:gd name="connsiteY35" fmla="*/ 5401622 h 5492212"/>
              <a:gd name="connsiteX36" fmla="*/ 6294445 w 7036051"/>
              <a:gd name="connsiteY36" fmla="*/ 5404149 h 5492212"/>
              <a:gd name="connsiteX37" fmla="*/ 6281414 w 7036051"/>
              <a:gd name="connsiteY37" fmla="*/ 5398024 h 5492212"/>
              <a:gd name="connsiteX38" fmla="*/ 6243972 w 7036051"/>
              <a:gd name="connsiteY38" fmla="*/ 5395807 h 5492212"/>
              <a:gd name="connsiteX39" fmla="*/ 6202379 w 7036051"/>
              <a:gd name="connsiteY39" fmla="*/ 5388661 h 5492212"/>
              <a:gd name="connsiteX40" fmla="*/ 6173010 w 7036051"/>
              <a:gd name="connsiteY40" fmla="*/ 5380606 h 5492212"/>
              <a:gd name="connsiteX41" fmla="*/ 6093421 w 7036051"/>
              <a:gd name="connsiteY41" fmla="*/ 5375473 h 5492212"/>
              <a:gd name="connsiteX42" fmla="*/ 5959474 w 7036051"/>
              <a:gd name="connsiteY42" fmla="*/ 5373386 h 5492212"/>
              <a:gd name="connsiteX43" fmla="*/ 5931492 w 7036051"/>
              <a:gd name="connsiteY43" fmla="*/ 5371513 h 5492212"/>
              <a:gd name="connsiteX44" fmla="*/ 5909558 w 7036051"/>
              <a:gd name="connsiteY44" fmla="*/ 5364228 h 5492212"/>
              <a:gd name="connsiteX45" fmla="*/ 5906319 w 7036051"/>
              <a:gd name="connsiteY45" fmla="*/ 5357590 h 5492212"/>
              <a:gd name="connsiteX46" fmla="*/ 5891268 w 7036051"/>
              <a:gd name="connsiteY46" fmla="*/ 5355650 h 5492212"/>
              <a:gd name="connsiteX47" fmla="*/ 5887711 w 7036051"/>
              <a:gd name="connsiteY47" fmla="*/ 5353947 h 5492212"/>
              <a:gd name="connsiteX48" fmla="*/ 5866852 w 7036051"/>
              <a:gd name="connsiteY48" fmla="*/ 5345374 h 5492212"/>
              <a:gd name="connsiteX49" fmla="*/ 5811310 w 7036051"/>
              <a:gd name="connsiteY49" fmla="*/ 5356530 h 5492212"/>
              <a:gd name="connsiteX50" fmla="*/ 5770689 w 7036051"/>
              <a:gd name="connsiteY50" fmla="*/ 5359014 h 5492212"/>
              <a:gd name="connsiteX51" fmla="*/ 5767719 w 7036051"/>
              <a:gd name="connsiteY51" fmla="*/ 5357260 h 5492212"/>
              <a:gd name="connsiteX52" fmla="*/ 5765688 w 7036051"/>
              <a:gd name="connsiteY52" fmla="*/ 5352793 h 5492212"/>
              <a:gd name="connsiteX53" fmla="*/ 5758598 w 7036051"/>
              <a:gd name="connsiteY53" fmla="*/ 5351053 h 5492212"/>
              <a:gd name="connsiteX54" fmla="*/ 5752036 w 7036051"/>
              <a:gd name="connsiteY54" fmla="*/ 5346019 h 5492212"/>
              <a:gd name="connsiteX55" fmla="*/ 5503590 w 7036051"/>
              <a:gd name="connsiteY55" fmla="*/ 5325537 h 5492212"/>
              <a:gd name="connsiteX56" fmla="*/ 5389848 w 7036051"/>
              <a:gd name="connsiteY56" fmla="*/ 5351472 h 5492212"/>
              <a:gd name="connsiteX57" fmla="*/ 5344450 w 7036051"/>
              <a:gd name="connsiteY57" fmla="*/ 5354840 h 5492212"/>
              <a:gd name="connsiteX58" fmla="*/ 5338428 w 7036051"/>
              <a:gd name="connsiteY58" fmla="*/ 5350516 h 5492212"/>
              <a:gd name="connsiteX59" fmla="*/ 5273489 w 7036051"/>
              <a:gd name="connsiteY59" fmla="*/ 5373945 h 5492212"/>
              <a:gd name="connsiteX60" fmla="*/ 5182701 w 7036051"/>
              <a:gd name="connsiteY60" fmla="*/ 5370075 h 5492212"/>
              <a:gd name="connsiteX61" fmla="*/ 5114856 w 7036051"/>
              <a:gd name="connsiteY61" fmla="*/ 5361037 h 5492212"/>
              <a:gd name="connsiteX62" fmla="*/ 5076532 w 7036051"/>
              <a:gd name="connsiteY62" fmla="*/ 5358612 h 5492212"/>
              <a:gd name="connsiteX63" fmla="*/ 5048954 w 7036051"/>
              <a:gd name="connsiteY63" fmla="*/ 5353915 h 5492212"/>
              <a:gd name="connsiteX64" fmla="*/ 4977087 w 7036051"/>
              <a:gd name="connsiteY64" fmla="*/ 5357736 h 5492212"/>
              <a:gd name="connsiteX65" fmla="*/ 4857261 w 7036051"/>
              <a:gd name="connsiteY65" fmla="*/ 5370659 h 5492212"/>
              <a:gd name="connsiteX66" fmla="*/ 4769845 w 7036051"/>
              <a:gd name="connsiteY66" fmla="*/ 5353264 h 5492212"/>
              <a:gd name="connsiteX67" fmla="*/ 4722220 w 7036051"/>
              <a:gd name="connsiteY67" fmla="*/ 5370534 h 5492212"/>
              <a:gd name="connsiteX68" fmla="*/ 4667552 w 7036051"/>
              <a:gd name="connsiteY68" fmla="*/ 5366753 h 5492212"/>
              <a:gd name="connsiteX69" fmla="*/ 4454472 w 7036051"/>
              <a:gd name="connsiteY69" fmla="*/ 5391442 h 5492212"/>
              <a:gd name="connsiteX70" fmla="*/ 4317219 w 7036051"/>
              <a:gd name="connsiteY70" fmla="*/ 5411554 h 5492212"/>
              <a:gd name="connsiteX71" fmla="*/ 4298346 w 7036051"/>
              <a:gd name="connsiteY71" fmla="*/ 5416146 h 5492212"/>
              <a:gd name="connsiteX72" fmla="*/ 4298228 w 7036051"/>
              <a:gd name="connsiteY72" fmla="*/ 5417983 h 5492212"/>
              <a:gd name="connsiteX73" fmla="*/ 4295233 w 7036051"/>
              <a:gd name="connsiteY73" fmla="*/ 5418735 h 5492212"/>
              <a:gd name="connsiteX74" fmla="*/ 4292799 w 7036051"/>
              <a:gd name="connsiteY74" fmla="*/ 5417494 h 5492212"/>
              <a:gd name="connsiteX75" fmla="*/ 4289225 w 7036051"/>
              <a:gd name="connsiteY75" fmla="*/ 5418364 h 5492212"/>
              <a:gd name="connsiteX76" fmla="*/ 4279515 w 7036051"/>
              <a:gd name="connsiteY76" fmla="*/ 5420247 h 5492212"/>
              <a:gd name="connsiteX77" fmla="*/ 4275872 w 7036051"/>
              <a:gd name="connsiteY77" fmla="*/ 5423890 h 5492212"/>
              <a:gd name="connsiteX78" fmla="*/ 4227055 w 7036051"/>
              <a:gd name="connsiteY78" fmla="*/ 5427466 h 5492212"/>
              <a:gd name="connsiteX79" fmla="*/ 4213123 w 7036051"/>
              <a:gd name="connsiteY79" fmla="*/ 5433155 h 5492212"/>
              <a:gd name="connsiteX80" fmla="*/ 4175436 w 7036051"/>
              <a:gd name="connsiteY80" fmla="*/ 5434156 h 5492212"/>
              <a:gd name="connsiteX81" fmla="*/ 4132856 w 7036051"/>
              <a:gd name="connsiteY81" fmla="*/ 5439937 h 5492212"/>
              <a:gd name="connsiteX82" fmla="*/ 4102333 w 7036051"/>
              <a:gd name="connsiteY82" fmla="*/ 5447021 h 5492212"/>
              <a:gd name="connsiteX83" fmla="*/ 4022159 w 7036051"/>
              <a:gd name="connsiteY83" fmla="*/ 5449566 h 5492212"/>
              <a:gd name="connsiteX84" fmla="*/ 3888224 w 7036051"/>
              <a:gd name="connsiteY84" fmla="*/ 5447312 h 5492212"/>
              <a:gd name="connsiteX85" fmla="*/ 3860026 w 7036051"/>
              <a:gd name="connsiteY85" fmla="*/ 5448274 h 5492212"/>
              <a:gd name="connsiteX86" fmla="*/ 3832796 w 7036051"/>
              <a:gd name="connsiteY86" fmla="*/ 5461349 h 5492212"/>
              <a:gd name="connsiteX87" fmla="*/ 3817485 w 7036051"/>
              <a:gd name="connsiteY87" fmla="*/ 5462797 h 5492212"/>
              <a:gd name="connsiteX88" fmla="*/ 3813676 w 7036051"/>
              <a:gd name="connsiteY88" fmla="*/ 5464379 h 5492212"/>
              <a:gd name="connsiteX89" fmla="*/ 3791563 w 7036051"/>
              <a:gd name="connsiteY89" fmla="*/ 5472259 h 5492212"/>
              <a:gd name="connsiteX90" fmla="*/ 3737858 w 7036051"/>
              <a:gd name="connsiteY90" fmla="*/ 5459331 h 5492212"/>
              <a:gd name="connsiteX91" fmla="*/ 3697716 w 7036051"/>
              <a:gd name="connsiteY91" fmla="*/ 5455539 h 5492212"/>
              <a:gd name="connsiteX92" fmla="*/ 3694487 w 7036051"/>
              <a:gd name="connsiteY92" fmla="*/ 5457193 h 5492212"/>
              <a:gd name="connsiteX93" fmla="*/ 3691779 w 7036051"/>
              <a:gd name="connsiteY93" fmla="*/ 5461582 h 5492212"/>
              <a:gd name="connsiteX94" fmla="*/ 3684442 w 7036051"/>
              <a:gd name="connsiteY94" fmla="*/ 5463086 h 5492212"/>
              <a:gd name="connsiteX95" fmla="*/ 3677129 w 7036051"/>
              <a:gd name="connsiteY95" fmla="*/ 5467898 h 5492212"/>
              <a:gd name="connsiteX96" fmla="*/ 3438897 w 7036051"/>
              <a:gd name="connsiteY96" fmla="*/ 5462195 h 5492212"/>
              <a:gd name="connsiteX97" fmla="*/ 3389756 w 7036051"/>
              <a:gd name="connsiteY97" fmla="*/ 5444428 h 5492212"/>
              <a:gd name="connsiteX98" fmla="*/ 3316666 w 7036051"/>
              <a:gd name="connsiteY98" fmla="*/ 5450736 h 5492212"/>
              <a:gd name="connsiteX99" fmla="*/ 3271894 w 7036051"/>
              <a:gd name="connsiteY99" fmla="*/ 5445907 h 5492212"/>
              <a:gd name="connsiteX100" fmla="*/ 3265228 w 7036051"/>
              <a:gd name="connsiteY100" fmla="*/ 5450024 h 5492212"/>
              <a:gd name="connsiteX101" fmla="*/ 3204017 w 7036051"/>
              <a:gd name="connsiteY101" fmla="*/ 5424552 h 5492212"/>
              <a:gd name="connsiteX102" fmla="*/ 3112867 w 7036051"/>
              <a:gd name="connsiteY102" fmla="*/ 5425473 h 5492212"/>
              <a:gd name="connsiteX103" fmla="*/ 3043809 w 7036051"/>
              <a:gd name="connsiteY103" fmla="*/ 5432293 h 5492212"/>
              <a:gd name="connsiteX104" fmla="*/ 3005211 w 7036051"/>
              <a:gd name="connsiteY104" fmla="*/ 5433472 h 5492212"/>
              <a:gd name="connsiteX105" fmla="*/ 2976986 w 7036051"/>
              <a:gd name="connsiteY105" fmla="*/ 5437264 h 5492212"/>
              <a:gd name="connsiteX106" fmla="*/ 2905879 w 7036051"/>
              <a:gd name="connsiteY106" fmla="*/ 5431128 h 5492212"/>
              <a:gd name="connsiteX107" fmla="*/ 2788318 w 7036051"/>
              <a:gd name="connsiteY107" fmla="*/ 5414358 h 5492212"/>
              <a:gd name="connsiteX108" fmla="*/ 2653590 w 7036051"/>
              <a:gd name="connsiteY108" fmla="*/ 5410111 h 5492212"/>
              <a:gd name="connsiteX109" fmla="*/ 2598481 w 7036051"/>
              <a:gd name="connsiteY109" fmla="*/ 5412114 h 5492212"/>
              <a:gd name="connsiteX110" fmla="*/ 2333897 w 7036051"/>
              <a:gd name="connsiteY110" fmla="*/ 5408505 h 5492212"/>
              <a:gd name="connsiteX111" fmla="*/ 2271841 w 7036051"/>
              <a:gd name="connsiteY111" fmla="*/ 5396433 h 5492212"/>
              <a:gd name="connsiteX112" fmla="*/ 2143705 w 7036051"/>
              <a:gd name="connsiteY112" fmla="*/ 5345095 h 5492212"/>
              <a:gd name="connsiteX113" fmla="*/ 1986408 w 7036051"/>
              <a:gd name="connsiteY113" fmla="*/ 5335524 h 5492212"/>
              <a:gd name="connsiteX114" fmla="*/ 1975333 w 7036051"/>
              <a:gd name="connsiteY114" fmla="*/ 5325099 h 5492212"/>
              <a:gd name="connsiteX115" fmla="*/ 1972441 w 7036051"/>
              <a:gd name="connsiteY115" fmla="*/ 5323775 h 5492212"/>
              <a:gd name="connsiteX116" fmla="*/ 1971497 w 7036051"/>
              <a:gd name="connsiteY116" fmla="*/ 5324412 h 5492212"/>
              <a:gd name="connsiteX117" fmla="*/ 1956886 w 7036051"/>
              <a:gd name="connsiteY117" fmla="*/ 5327069 h 5492212"/>
              <a:gd name="connsiteX118" fmla="*/ 1924833 w 7036051"/>
              <a:gd name="connsiteY118" fmla="*/ 5344911 h 5492212"/>
              <a:gd name="connsiteX119" fmla="*/ 1885856 w 7036051"/>
              <a:gd name="connsiteY119" fmla="*/ 5367299 h 5492212"/>
              <a:gd name="connsiteX120" fmla="*/ 1855937 w 7036051"/>
              <a:gd name="connsiteY120" fmla="*/ 5372820 h 5492212"/>
              <a:gd name="connsiteX121" fmla="*/ 1784500 w 7036051"/>
              <a:gd name="connsiteY121" fmla="*/ 5395926 h 5492212"/>
              <a:gd name="connsiteX122" fmla="*/ 1737998 w 7036051"/>
              <a:gd name="connsiteY122" fmla="*/ 5407426 h 5492212"/>
              <a:gd name="connsiteX123" fmla="*/ 1736716 w 7036051"/>
              <a:gd name="connsiteY123" fmla="*/ 5407939 h 5492212"/>
              <a:gd name="connsiteX124" fmla="*/ 1726742 w 7036051"/>
              <a:gd name="connsiteY124" fmla="*/ 5405934 h 5492212"/>
              <a:gd name="connsiteX125" fmla="*/ 1726849 w 7036051"/>
              <a:gd name="connsiteY125" fmla="*/ 5401221 h 5492212"/>
              <a:gd name="connsiteX126" fmla="*/ 1718134 w 7036051"/>
              <a:gd name="connsiteY126" fmla="*/ 5398128 h 5492212"/>
              <a:gd name="connsiteX127" fmla="*/ 1701063 w 7036051"/>
              <a:gd name="connsiteY127" fmla="*/ 5400545 h 5492212"/>
              <a:gd name="connsiteX128" fmla="*/ 1694634 w 7036051"/>
              <a:gd name="connsiteY128" fmla="*/ 5398728 h 5492212"/>
              <a:gd name="connsiteX129" fmla="*/ 1692270 w 7036051"/>
              <a:gd name="connsiteY129" fmla="*/ 5399053 h 5492212"/>
              <a:gd name="connsiteX130" fmla="*/ 1686657 w 7036051"/>
              <a:gd name="connsiteY130" fmla="*/ 5399247 h 5492212"/>
              <a:gd name="connsiteX131" fmla="*/ 1687479 w 7036051"/>
              <a:gd name="connsiteY131" fmla="*/ 5402165 h 5492212"/>
              <a:gd name="connsiteX132" fmla="*/ 1680969 w 7036051"/>
              <a:gd name="connsiteY132" fmla="*/ 5407963 h 5492212"/>
              <a:gd name="connsiteX133" fmla="*/ 1648682 w 7036051"/>
              <a:gd name="connsiteY133" fmla="*/ 5407558 h 5492212"/>
              <a:gd name="connsiteX134" fmla="*/ 1646819 w 7036051"/>
              <a:gd name="connsiteY134" fmla="*/ 5404306 h 5492212"/>
              <a:gd name="connsiteX135" fmla="*/ 1642743 w 7036051"/>
              <a:gd name="connsiteY135" fmla="*/ 5403927 h 5492212"/>
              <a:gd name="connsiteX136" fmla="*/ 1639788 w 7036051"/>
              <a:gd name="connsiteY136" fmla="*/ 5407135 h 5492212"/>
              <a:gd name="connsiteX137" fmla="*/ 1585803 w 7036051"/>
              <a:gd name="connsiteY137" fmla="*/ 5416574 h 5492212"/>
              <a:gd name="connsiteX138" fmla="*/ 1513331 w 7036051"/>
              <a:gd name="connsiteY138" fmla="*/ 5423805 h 5492212"/>
              <a:gd name="connsiteX139" fmla="*/ 1460734 w 7036051"/>
              <a:gd name="connsiteY139" fmla="*/ 5411778 h 5492212"/>
              <a:gd name="connsiteX140" fmla="*/ 1456045 w 7036051"/>
              <a:gd name="connsiteY140" fmla="*/ 5414928 h 5492212"/>
              <a:gd name="connsiteX141" fmla="*/ 1419653 w 7036051"/>
              <a:gd name="connsiteY141" fmla="*/ 5415060 h 5492212"/>
              <a:gd name="connsiteX142" fmla="*/ 1292605 w 7036051"/>
              <a:gd name="connsiteY142" fmla="*/ 5394671 h 5492212"/>
              <a:gd name="connsiteX143" fmla="*/ 1221477 w 7036051"/>
              <a:gd name="connsiteY143" fmla="*/ 5395509 h 5492212"/>
              <a:gd name="connsiteX144" fmla="*/ 1196159 w 7036051"/>
              <a:gd name="connsiteY144" fmla="*/ 5399169 h 5492212"/>
              <a:gd name="connsiteX145" fmla="*/ 1153748 w 7036051"/>
              <a:gd name="connsiteY145" fmla="*/ 5405093 h 5492212"/>
              <a:gd name="connsiteX146" fmla="*/ 1121874 w 7036051"/>
              <a:gd name="connsiteY146" fmla="*/ 5417803 h 5492212"/>
              <a:gd name="connsiteX147" fmla="*/ 1086481 w 7036051"/>
              <a:gd name="connsiteY147" fmla="*/ 5419474 h 5492212"/>
              <a:gd name="connsiteX148" fmla="*/ 1078485 w 7036051"/>
              <a:gd name="connsiteY148" fmla="*/ 5409150 h 5492212"/>
              <a:gd name="connsiteX149" fmla="*/ 1040550 w 7036051"/>
              <a:gd name="connsiteY149" fmla="*/ 5414415 h 5492212"/>
              <a:gd name="connsiteX150" fmla="*/ 982981 w 7036051"/>
              <a:gd name="connsiteY150" fmla="*/ 5423575 h 5492212"/>
              <a:gd name="connsiteX151" fmla="*/ 949836 w 7036051"/>
              <a:gd name="connsiteY151" fmla="*/ 5426093 h 5492212"/>
              <a:gd name="connsiteX152" fmla="*/ 859237 w 7036051"/>
              <a:gd name="connsiteY152" fmla="*/ 5435973 h 5492212"/>
              <a:gd name="connsiteX153" fmla="*/ 768445 w 7036051"/>
              <a:gd name="connsiteY153" fmla="*/ 5448159 h 5492212"/>
              <a:gd name="connsiteX154" fmla="*/ 714393 w 7036051"/>
              <a:gd name="connsiteY154" fmla="*/ 5468302 h 5492212"/>
              <a:gd name="connsiteX155" fmla="*/ 639791 w 7036051"/>
              <a:gd name="connsiteY155" fmla="*/ 5476924 h 5492212"/>
              <a:gd name="connsiteX156" fmla="*/ 627266 w 7036051"/>
              <a:gd name="connsiteY156" fmla="*/ 5480260 h 5492212"/>
              <a:gd name="connsiteX157" fmla="*/ 609977 w 7036051"/>
              <a:gd name="connsiteY157" fmla="*/ 5478891 h 5492212"/>
              <a:gd name="connsiteX158" fmla="*/ 540688 w 7036051"/>
              <a:gd name="connsiteY158" fmla="*/ 5472807 h 5492212"/>
              <a:gd name="connsiteX159" fmla="*/ 486194 w 7036051"/>
              <a:gd name="connsiteY159" fmla="*/ 5462661 h 5492212"/>
              <a:gd name="connsiteX160" fmla="*/ 418164 w 7036051"/>
              <a:gd name="connsiteY160" fmla="*/ 5472485 h 5492212"/>
              <a:gd name="connsiteX161" fmla="*/ 376724 w 7036051"/>
              <a:gd name="connsiteY161" fmla="*/ 5470967 h 5492212"/>
              <a:gd name="connsiteX162" fmla="*/ 308908 w 7036051"/>
              <a:gd name="connsiteY162" fmla="*/ 5457025 h 5492212"/>
              <a:gd name="connsiteX163" fmla="*/ 219416 w 7036051"/>
              <a:gd name="connsiteY163" fmla="*/ 5463995 h 5492212"/>
              <a:gd name="connsiteX164" fmla="*/ 200977 w 7036051"/>
              <a:gd name="connsiteY164" fmla="*/ 5480608 h 5492212"/>
              <a:gd name="connsiteX165" fmla="*/ 176226 w 7036051"/>
              <a:gd name="connsiteY165" fmla="*/ 5491022 h 5492212"/>
              <a:gd name="connsiteX166" fmla="*/ 165702 w 7036051"/>
              <a:gd name="connsiteY166" fmla="*/ 5468604 h 5492212"/>
              <a:gd name="connsiteX167" fmla="*/ 88282 w 7036051"/>
              <a:gd name="connsiteY167" fmla="*/ 5453658 h 5492212"/>
              <a:gd name="connsiteX168" fmla="*/ 49602 w 7036051"/>
              <a:gd name="connsiteY168" fmla="*/ 5448762 h 5492212"/>
              <a:gd name="connsiteX169" fmla="*/ 22844 w 7036051"/>
              <a:gd name="connsiteY169" fmla="*/ 5450459 h 5492212"/>
              <a:gd name="connsiteX170" fmla="*/ 0 w 7036051"/>
              <a:gd name="connsiteY170" fmla="*/ 5447653 h 549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</a:cxnLst>
            <a:rect l="l" t="t" r="r" b="b"/>
            <a:pathLst>
              <a:path w="7036051" h="5492212">
                <a:moveTo>
                  <a:pt x="0" y="0"/>
                </a:moveTo>
                <a:lnTo>
                  <a:pt x="7036051" y="0"/>
                </a:lnTo>
                <a:lnTo>
                  <a:pt x="7036051" y="5163846"/>
                </a:lnTo>
                <a:lnTo>
                  <a:pt x="7012593" y="5176898"/>
                </a:lnTo>
                <a:cubicBezTo>
                  <a:pt x="7010768" y="5193373"/>
                  <a:pt x="6968133" y="5178026"/>
                  <a:pt x="6958601" y="5204359"/>
                </a:cubicBezTo>
                <a:cubicBezTo>
                  <a:pt x="6956255" y="5203750"/>
                  <a:pt x="6953771" y="5203373"/>
                  <a:pt x="6951226" y="5203241"/>
                </a:cubicBezTo>
                <a:cubicBezTo>
                  <a:pt x="6936441" y="5202478"/>
                  <a:pt x="6922846" y="5209982"/>
                  <a:pt x="6920864" y="5220003"/>
                </a:cubicBezTo>
                <a:cubicBezTo>
                  <a:pt x="6902003" y="5258795"/>
                  <a:pt x="6863469" y="5243876"/>
                  <a:pt x="6834841" y="5266115"/>
                </a:cubicBezTo>
                <a:cubicBezTo>
                  <a:pt x="6800315" y="5289373"/>
                  <a:pt x="6805780" y="5289922"/>
                  <a:pt x="6777937" y="5332502"/>
                </a:cubicBezTo>
                <a:cubicBezTo>
                  <a:pt x="6765321" y="5328518"/>
                  <a:pt x="6759096" y="5331534"/>
                  <a:pt x="6752874" y="5340428"/>
                </a:cubicBezTo>
                <a:cubicBezTo>
                  <a:pt x="6735526" y="5351218"/>
                  <a:pt x="6717730" y="5333264"/>
                  <a:pt x="6711115" y="5353924"/>
                </a:cubicBezTo>
                <a:cubicBezTo>
                  <a:pt x="6709352" y="5351156"/>
                  <a:pt x="6706090" y="5350761"/>
                  <a:pt x="6702149" y="5351500"/>
                </a:cubicBezTo>
                <a:lnTo>
                  <a:pt x="6698458" y="5352743"/>
                </a:lnTo>
                <a:lnTo>
                  <a:pt x="6698049" y="5352570"/>
                </a:lnTo>
                <a:lnTo>
                  <a:pt x="6697297" y="5353134"/>
                </a:lnTo>
                <a:lnTo>
                  <a:pt x="6689118" y="5355890"/>
                </a:lnTo>
                <a:cubicBezTo>
                  <a:pt x="6680171" y="5359440"/>
                  <a:pt x="6671805" y="5362584"/>
                  <a:pt x="6670605" y="5355427"/>
                </a:cubicBezTo>
                <a:cubicBezTo>
                  <a:pt x="6665330" y="5354991"/>
                  <a:pt x="6661976" y="5355734"/>
                  <a:pt x="6659606" y="5357084"/>
                </a:cubicBezTo>
                <a:cubicBezTo>
                  <a:pt x="6654864" y="5359782"/>
                  <a:pt x="6654050" y="5364908"/>
                  <a:pt x="6649636" y="5367869"/>
                </a:cubicBezTo>
                <a:lnTo>
                  <a:pt x="6642159" y="5369506"/>
                </a:lnTo>
                <a:lnTo>
                  <a:pt x="6640764" y="5370991"/>
                </a:lnTo>
                <a:lnTo>
                  <a:pt x="6636665" y="5374002"/>
                </a:lnTo>
                <a:lnTo>
                  <a:pt x="6641287" y="5376181"/>
                </a:lnTo>
                <a:cubicBezTo>
                  <a:pt x="6646080" y="5377976"/>
                  <a:pt x="6597903" y="5386514"/>
                  <a:pt x="6591018" y="5390981"/>
                </a:cubicBezTo>
                <a:lnTo>
                  <a:pt x="6548326" y="5403583"/>
                </a:lnTo>
                <a:lnTo>
                  <a:pt x="6472868" y="5394733"/>
                </a:lnTo>
                <a:cubicBezTo>
                  <a:pt x="6457699" y="5415896"/>
                  <a:pt x="6417760" y="5410703"/>
                  <a:pt x="6401194" y="5422870"/>
                </a:cubicBezTo>
                <a:lnTo>
                  <a:pt x="6381961" y="5422940"/>
                </a:lnTo>
                <a:lnTo>
                  <a:pt x="6363834" y="5417751"/>
                </a:lnTo>
                <a:lnTo>
                  <a:pt x="6363997" y="5415912"/>
                </a:lnTo>
                <a:cubicBezTo>
                  <a:pt x="6363602" y="5414702"/>
                  <a:pt x="6362617" y="5414594"/>
                  <a:pt x="6361124" y="5415066"/>
                </a:cubicBezTo>
                <a:lnTo>
                  <a:pt x="6358507" y="5416224"/>
                </a:lnTo>
                <a:lnTo>
                  <a:pt x="6355073" y="5415242"/>
                </a:lnTo>
                <a:lnTo>
                  <a:pt x="6345676" y="5413049"/>
                </a:lnTo>
                <a:lnTo>
                  <a:pt x="6342596" y="5409297"/>
                </a:lnTo>
                <a:cubicBezTo>
                  <a:pt x="6333502" y="5403420"/>
                  <a:pt x="6312379" y="5410664"/>
                  <a:pt x="6305742" y="5401622"/>
                </a:cubicBezTo>
                <a:lnTo>
                  <a:pt x="6294445" y="5404149"/>
                </a:lnTo>
                <a:lnTo>
                  <a:pt x="6281414" y="5398024"/>
                </a:lnTo>
                <a:cubicBezTo>
                  <a:pt x="6269392" y="5392983"/>
                  <a:pt x="6257013" y="5390092"/>
                  <a:pt x="6243972" y="5395807"/>
                </a:cubicBezTo>
                <a:cubicBezTo>
                  <a:pt x="6248312" y="5382942"/>
                  <a:pt x="6211634" y="5399629"/>
                  <a:pt x="6202379" y="5388661"/>
                </a:cubicBezTo>
                <a:cubicBezTo>
                  <a:pt x="6196568" y="5379556"/>
                  <a:pt x="6184084" y="5382499"/>
                  <a:pt x="6173010" y="5380606"/>
                </a:cubicBezTo>
                <a:cubicBezTo>
                  <a:pt x="6162384" y="5372079"/>
                  <a:pt x="6109972" y="5371285"/>
                  <a:pt x="6093421" y="5375473"/>
                </a:cubicBezTo>
                <a:cubicBezTo>
                  <a:pt x="6048943" y="5392971"/>
                  <a:pt x="5995413" y="5360396"/>
                  <a:pt x="5959474" y="5373386"/>
                </a:cubicBezTo>
                <a:cubicBezTo>
                  <a:pt x="5949048" y="5374123"/>
                  <a:pt x="5939860" y="5373301"/>
                  <a:pt x="5931492" y="5371513"/>
                </a:cubicBezTo>
                <a:lnTo>
                  <a:pt x="5909558" y="5364228"/>
                </a:lnTo>
                <a:lnTo>
                  <a:pt x="5906319" y="5357590"/>
                </a:lnTo>
                <a:lnTo>
                  <a:pt x="5891268" y="5355650"/>
                </a:lnTo>
                <a:lnTo>
                  <a:pt x="5887711" y="5353947"/>
                </a:lnTo>
                <a:cubicBezTo>
                  <a:pt x="5880924" y="5350671"/>
                  <a:pt x="5874113" y="5347614"/>
                  <a:pt x="5866852" y="5345374"/>
                </a:cubicBezTo>
                <a:cubicBezTo>
                  <a:pt x="5859911" y="5373405"/>
                  <a:pt x="5803959" y="5330929"/>
                  <a:pt x="5811310" y="5356530"/>
                </a:cubicBezTo>
                <a:cubicBezTo>
                  <a:pt x="5780489" y="5350949"/>
                  <a:pt x="5782784" y="5364359"/>
                  <a:pt x="5770689" y="5359014"/>
                </a:cubicBezTo>
                <a:lnTo>
                  <a:pt x="5767719" y="5357260"/>
                </a:lnTo>
                <a:lnTo>
                  <a:pt x="5765688" y="5352793"/>
                </a:lnTo>
                <a:lnTo>
                  <a:pt x="5758598" y="5351053"/>
                </a:lnTo>
                <a:lnTo>
                  <a:pt x="5752036" y="5346019"/>
                </a:lnTo>
                <a:cubicBezTo>
                  <a:pt x="5676031" y="5353035"/>
                  <a:pt x="5573285" y="5304575"/>
                  <a:pt x="5503590" y="5325537"/>
                </a:cubicBezTo>
                <a:lnTo>
                  <a:pt x="5389848" y="5351472"/>
                </a:lnTo>
                <a:cubicBezTo>
                  <a:pt x="5378275" y="5360535"/>
                  <a:pt x="5357949" y="5362044"/>
                  <a:pt x="5344450" y="5354840"/>
                </a:cubicBezTo>
                <a:cubicBezTo>
                  <a:pt x="5342129" y="5353601"/>
                  <a:pt x="5340101" y="5352144"/>
                  <a:pt x="5338428" y="5350516"/>
                </a:cubicBezTo>
                <a:cubicBezTo>
                  <a:pt x="5303858" y="5372450"/>
                  <a:pt x="5291134" y="5358414"/>
                  <a:pt x="5273489" y="5373945"/>
                </a:cubicBezTo>
                <a:cubicBezTo>
                  <a:pt x="5228455" y="5376430"/>
                  <a:pt x="5198895" y="5356533"/>
                  <a:pt x="5182701" y="5370075"/>
                </a:cubicBezTo>
                <a:cubicBezTo>
                  <a:pt x="5161004" y="5366959"/>
                  <a:pt x="5136154" y="5346791"/>
                  <a:pt x="5114856" y="5361037"/>
                </a:cubicBezTo>
                <a:cubicBezTo>
                  <a:pt x="5116518" y="5347803"/>
                  <a:pt x="5086668" y="5368445"/>
                  <a:pt x="5076532" y="5358612"/>
                </a:cubicBezTo>
                <a:cubicBezTo>
                  <a:pt x="5069788" y="5350240"/>
                  <a:pt x="5059157" y="5354551"/>
                  <a:pt x="5048954" y="5353915"/>
                </a:cubicBezTo>
                <a:cubicBezTo>
                  <a:pt x="5038015" y="5346654"/>
                  <a:pt x="4991132" y="5351733"/>
                  <a:pt x="4977087" y="5357736"/>
                </a:cubicBezTo>
                <a:cubicBezTo>
                  <a:pt x="4940420" y="5380054"/>
                  <a:pt x="4887089" y="5353763"/>
                  <a:pt x="4857261" y="5370659"/>
                </a:cubicBezTo>
                <a:cubicBezTo>
                  <a:pt x="4820568" y="5378246"/>
                  <a:pt x="4797284" y="5358899"/>
                  <a:pt x="4769845" y="5353264"/>
                </a:cubicBezTo>
                <a:cubicBezTo>
                  <a:pt x="4768462" y="5381819"/>
                  <a:pt x="4711275" y="5345988"/>
                  <a:pt x="4722220" y="5370534"/>
                </a:cubicBezTo>
                <a:cubicBezTo>
                  <a:pt x="4684293" y="5367762"/>
                  <a:pt x="4704662" y="5391854"/>
                  <a:pt x="4667552" y="5366753"/>
                </a:cubicBezTo>
                <a:cubicBezTo>
                  <a:pt x="4600967" y="5382212"/>
                  <a:pt x="4513038" y="5362869"/>
                  <a:pt x="4454472" y="5391442"/>
                </a:cubicBezTo>
                <a:lnTo>
                  <a:pt x="4317219" y="5411554"/>
                </a:lnTo>
                <a:lnTo>
                  <a:pt x="4298346" y="5416146"/>
                </a:lnTo>
                <a:cubicBezTo>
                  <a:pt x="4298306" y="5416758"/>
                  <a:pt x="4298267" y="5417371"/>
                  <a:pt x="4298228" y="5417983"/>
                </a:cubicBezTo>
                <a:cubicBezTo>
                  <a:pt x="4297649" y="5419178"/>
                  <a:pt x="4296651" y="5419253"/>
                  <a:pt x="4295233" y="5418735"/>
                </a:cubicBezTo>
                <a:lnTo>
                  <a:pt x="4292799" y="5417494"/>
                </a:lnTo>
                <a:lnTo>
                  <a:pt x="4289225" y="5418364"/>
                </a:lnTo>
                <a:lnTo>
                  <a:pt x="4279515" y="5420247"/>
                </a:lnTo>
                <a:lnTo>
                  <a:pt x="4275872" y="5423890"/>
                </a:lnTo>
                <a:lnTo>
                  <a:pt x="4227055" y="5427466"/>
                </a:lnTo>
                <a:lnTo>
                  <a:pt x="4213123" y="5433155"/>
                </a:lnTo>
                <a:cubicBezTo>
                  <a:pt x="4200364" y="5437794"/>
                  <a:pt x="4187574" y="5440279"/>
                  <a:pt x="4175436" y="5434156"/>
                </a:cubicBezTo>
                <a:cubicBezTo>
                  <a:pt x="4177805" y="5447129"/>
                  <a:pt x="4143760" y="5429295"/>
                  <a:pt x="4132856" y="5439937"/>
                </a:cubicBezTo>
                <a:cubicBezTo>
                  <a:pt x="4125673" y="5448831"/>
                  <a:pt x="4113669" y="5445492"/>
                  <a:pt x="4102333" y="5447021"/>
                </a:cubicBezTo>
                <a:cubicBezTo>
                  <a:pt x="4090434" y="5455185"/>
                  <a:pt x="4038031" y="5454280"/>
                  <a:pt x="4022159" y="5449566"/>
                </a:cubicBezTo>
                <a:cubicBezTo>
                  <a:pt x="3980455" y="5430671"/>
                  <a:pt x="3922096" y="5461433"/>
                  <a:pt x="3888224" y="5447312"/>
                </a:cubicBezTo>
                <a:cubicBezTo>
                  <a:pt x="3877937" y="5446239"/>
                  <a:pt x="3868647" y="5446763"/>
                  <a:pt x="3860026" y="5448274"/>
                </a:cubicBezTo>
                <a:lnTo>
                  <a:pt x="3832796" y="5461349"/>
                </a:lnTo>
                <a:lnTo>
                  <a:pt x="3817485" y="5462797"/>
                </a:lnTo>
                <a:lnTo>
                  <a:pt x="3813676" y="5464379"/>
                </a:lnTo>
                <a:cubicBezTo>
                  <a:pt x="3806407" y="5467429"/>
                  <a:pt x="3799147" y="5470257"/>
                  <a:pt x="3791563" y="5472259"/>
                </a:cubicBezTo>
                <a:cubicBezTo>
                  <a:pt x="3788910" y="5444072"/>
                  <a:pt x="3726624" y="5484631"/>
                  <a:pt x="3737858" y="5459331"/>
                </a:cubicBezTo>
                <a:cubicBezTo>
                  <a:pt x="3706262" y="5463900"/>
                  <a:pt x="3710598" y="5450598"/>
                  <a:pt x="3697716" y="5455539"/>
                </a:cubicBezTo>
                <a:lnTo>
                  <a:pt x="3694487" y="5457193"/>
                </a:lnTo>
                <a:lnTo>
                  <a:pt x="3691779" y="5461582"/>
                </a:lnTo>
                <a:lnTo>
                  <a:pt x="3684442" y="5463086"/>
                </a:lnTo>
                <a:lnTo>
                  <a:pt x="3677129" y="5467898"/>
                </a:lnTo>
                <a:cubicBezTo>
                  <a:pt x="3602381" y="5458439"/>
                  <a:pt x="3505226" y="5485361"/>
                  <a:pt x="3438897" y="5462195"/>
                </a:cubicBezTo>
                <a:lnTo>
                  <a:pt x="3389756" y="5444428"/>
                </a:lnTo>
                <a:cubicBezTo>
                  <a:pt x="3364455" y="5437704"/>
                  <a:pt x="3342081" y="5466704"/>
                  <a:pt x="3316666" y="5450736"/>
                </a:cubicBezTo>
                <a:cubicBezTo>
                  <a:pt x="3306503" y="5441319"/>
                  <a:pt x="3286457" y="5439158"/>
                  <a:pt x="3271894" y="5445907"/>
                </a:cubicBezTo>
                <a:cubicBezTo>
                  <a:pt x="3269388" y="5447068"/>
                  <a:pt x="3267143" y="5448455"/>
                  <a:pt x="3265228" y="5450024"/>
                </a:cubicBezTo>
                <a:cubicBezTo>
                  <a:pt x="3234084" y="5427025"/>
                  <a:pt x="3219254" y="5440615"/>
                  <a:pt x="3204017" y="5424552"/>
                </a:cubicBezTo>
                <a:cubicBezTo>
                  <a:pt x="3159473" y="5420614"/>
                  <a:pt x="3126956" y="5439505"/>
                  <a:pt x="3112867" y="5425473"/>
                </a:cubicBezTo>
                <a:cubicBezTo>
                  <a:pt x="3090747" y="5427880"/>
                  <a:pt x="3062886" y="5447193"/>
                  <a:pt x="3043809" y="5432293"/>
                </a:cubicBezTo>
                <a:cubicBezTo>
                  <a:pt x="3043452" y="5445549"/>
                  <a:pt x="3016821" y="5423991"/>
                  <a:pt x="3005211" y="5433472"/>
                </a:cubicBezTo>
                <a:cubicBezTo>
                  <a:pt x="2997207" y="5441605"/>
                  <a:pt x="2987260" y="5436961"/>
                  <a:pt x="2976986" y="5437264"/>
                </a:cubicBezTo>
                <a:cubicBezTo>
                  <a:pt x="2964968" y="5444153"/>
                  <a:pt x="2918975" y="5437570"/>
                  <a:pt x="2905879" y="5431128"/>
                </a:cubicBezTo>
                <a:cubicBezTo>
                  <a:pt x="2872703" y="5407678"/>
                  <a:pt x="2815496" y="5432178"/>
                  <a:pt x="2788318" y="5414358"/>
                </a:cubicBezTo>
                <a:cubicBezTo>
                  <a:pt x="2746271" y="5410854"/>
                  <a:pt x="2685231" y="5410484"/>
                  <a:pt x="2653590" y="5410111"/>
                </a:cubicBezTo>
                <a:cubicBezTo>
                  <a:pt x="2615334" y="5411650"/>
                  <a:pt x="2639324" y="5388277"/>
                  <a:pt x="2598481" y="5412114"/>
                </a:cubicBezTo>
                <a:cubicBezTo>
                  <a:pt x="2534415" y="5394537"/>
                  <a:pt x="2387966" y="5438902"/>
                  <a:pt x="2333897" y="5408505"/>
                </a:cubicBezTo>
                <a:cubicBezTo>
                  <a:pt x="2279458" y="5405891"/>
                  <a:pt x="2312839" y="5402348"/>
                  <a:pt x="2271841" y="5396433"/>
                </a:cubicBezTo>
                <a:cubicBezTo>
                  <a:pt x="2263465" y="5363868"/>
                  <a:pt x="2168184" y="5361433"/>
                  <a:pt x="2143705" y="5345095"/>
                </a:cubicBezTo>
                <a:cubicBezTo>
                  <a:pt x="2087043" y="5343333"/>
                  <a:pt x="2041689" y="5319742"/>
                  <a:pt x="1986408" y="5335524"/>
                </a:cubicBezTo>
                <a:cubicBezTo>
                  <a:pt x="1983594" y="5331315"/>
                  <a:pt x="1979798" y="5327915"/>
                  <a:pt x="1975333" y="5325099"/>
                </a:cubicBezTo>
                <a:lnTo>
                  <a:pt x="1972441" y="5323775"/>
                </a:lnTo>
                <a:lnTo>
                  <a:pt x="1971497" y="5324412"/>
                </a:lnTo>
                <a:cubicBezTo>
                  <a:pt x="1967825" y="5325937"/>
                  <a:pt x="1963255" y="5326871"/>
                  <a:pt x="1956886" y="5327069"/>
                </a:cubicBezTo>
                <a:cubicBezTo>
                  <a:pt x="1957692" y="5357103"/>
                  <a:pt x="1944755" y="5337483"/>
                  <a:pt x="1924833" y="5344911"/>
                </a:cubicBezTo>
                <a:cubicBezTo>
                  <a:pt x="1907350" y="5349449"/>
                  <a:pt x="1899872" y="5360515"/>
                  <a:pt x="1885856" y="5367299"/>
                </a:cubicBezTo>
                <a:cubicBezTo>
                  <a:pt x="1874373" y="5371950"/>
                  <a:pt x="1870677" y="5363227"/>
                  <a:pt x="1855937" y="5372820"/>
                </a:cubicBezTo>
                <a:cubicBezTo>
                  <a:pt x="1826799" y="5367486"/>
                  <a:pt x="1805938" y="5389998"/>
                  <a:pt x="1784500" y="5395926"/>
                </a:cubicBezTo>
                <a:cubicBezTo>
                  <a:pt x="1777473" y="5395836"/>
                  <a:pt x="1756895" y="5401012"/>
                  <a:pt x="1737998" y="5407426"/>
                </a:cubicBezTo>
                <a:lnTo>
                  <a:pt x="1736716" y="5407939"/>
                </a:lnTo>
                <a:lnTo>
                  <a:pt x="1726742" y="5405934"/>
                </a:lnTo>
                <a:cubicBezTo>
                  <a:pt x="1724249" y="5404894"/>
                  <a:pt x="1723700" y="5403454"/>
                  <a:pt x="1726849" y="5401221"/>
                </a:cubicBezTo>
                <a:cubicBezTo>
                  <a:pt x="1723886" y="5399045"/>
                  <a:pt x="1720993" y="5398236"/>
                  <a:pt x="1718134" y="5398128"/>
                </a:cubicBezTo>
                <a:cubicBezTo>
                  <a:pt x="1712416" y="5397910"/>
                  <a:pt x="1706830" y="5400494"/>
                  <a:pt x="1701063" y="5400545"/>
                </a:cubicBezTo>
                <a:lnTo>
                  <a:pt x="1694634" y="5398728"/>
                </a:lnTo>
                <a:lnTo>
                  <a:pt x="1692270" y="5399053"/>
                </a:lnTo>
                <a:lnTo>
                  <a:pt x="1686657" y="5399247"/>
                </a:lnTo>
                <a:lnTo>
                  <a:pt x="1687479" y="5402165"/>
                </a:lnTo>
                <a:cubicBezTo>
                  <a:pt x="1688791" y="5404927"/>
                  <a:pt x="1689812" y="5407972"/>
                  <a:pt x="1680969" y="5407963"/>
                </a:cubicBezTo>
                <a:cubicBezTo>
                  <a:pt x="1662599" y="5406532"/>
                  <a:pt x="1656841" y="5418932"/>
                  <a:pt x="1648682" y="5407558"/>
                </a:cubicBezTo>
                <a:lnTo>
                  <a:pt x="1646819" y="5404306"/>
                </a:lnTo>
                <a:lnTo>
                  <a:pt x="1642743" y="5403927"/>
                </a:lnTo>
                <a:cubicBezTo>
                  <a:pt x="1640569" y="5404120"/>
                  <a:pt x="1639361" y="5404983"/>
                  <a:pt x="1639788" y="5407135"/>
                </a:cubicBezTo>
                <a:cubicBezTo>
                  <a:pt x="1622347" y="5398881"/>
                  <a:pt x="1603063" y="5413406"/>
                  <a:pt x="1585803" y="5416574"/>
                </a:cubicBezTo>
                <a:cubicBezTo>
                  <a:pt x="1572467" y="5408520"/>
                  <a:pt x="1549407" y="5423110"/>
                  <a:pt x="1513331" y="5423805"/>
                </a:cubicBezTo>
                <a:cubicBezTo>
                  <a:pt x="1498774" y="5414520"/>
                  <a:pt x="1489007" y="5424393"/>
                  <a:pt x="1460734" y="5411778"/>
                </a:cubicBezTo>
                <a:cubicBezTo>
                  <a:pt x="1459446" y="5412932"/>
                  <a:pt x="1457867" y="5413992"/>
                  <a:pt x="1456045" y="5414928"/>
                </a:cubicBezTo>
                <a:cubicBezTo>
                  <a:pt x="1445460" y="5420354"/>
                  <a:pt x="1429166" y="5420415"/>
                  <a:pt x="1419653" y="5415060"/>
                </a:cubicBezTo>
                <a:cubicBezTo>
                  <a:pt x="1374353" y="5398095"/>
                  <a:pt x="1332064" y="5398411"/>
                  <a:pt x="1292605" y="5394671"/>
                </a:cubicBezTo>
                <a:cubicBezTo>
                  <a:pt x="1247867" y="5392301"/>
                  <a:pt x="1276603" y="5411730"/>
                  <a:pt x="1221477" y="5395509"/>
                </a:cubicBezTo>
                <a:cubicBezTo>
                  <a:pt x="1215107" y="5402140"/>
                  <a:pt x="1207983" y="5402421"/>
                  <a:pt x="1196159" y="5399169"/>
                </a:cubicBezTo>
                <a:cubicBezTo>
                  <a:pt x="1174396" y="5398516"/>
                  <a:pt x="1175280" y="5415282"/>
                  <a:pt x="1153748" y="5405093"/>
                </a:cubicBezTo>
                <a:cubicBezTo>
                  <a:pt x="1157267" y="5414115"/>
                  <a:pt x="1112247" y="5408398"/>
                  <a:pt x="1121874" y="5417803"/>
                </a:cubicBezTo>
                <a:cubicBezTo>
                  <a:pt x="1107293" y="5425943"/>
                  <a:pt x="1100911" y="5412406"/>
                  <a:pt x="1086481" y="5419474"/>
                </a:cubicBezTo>
                <a:cubicBezTo>
                  <a:pt x="1070504" y="5421068"/>
                  <a:pt x="1096054" y="5409890"/>
                  <a:pt x="1078485" y="5409150"/>
                </a:cubicBezTo>
                <a:cubicBezTo>
                  <a:pt x="1057107" y="5409880"/>
                  <a:pt x="1057916" y="5393370"/>
                  <a:pt x="1040550" y="5414415"/>
                </a:cubicBezTo>
                <a:cubicBezTo>
                  <a:pt x="1018445" y="5409298"/>
                  <a:pt x="1013694" y="5418764"/>
                  <a:pt x="982981" y="5423575"/>
                </a:cubicBezTo>
                <a:cubicBezTo>
                  <a:pt x="970423" y="5418342"/>
                  <a:pt x="960063" y="5420960"/>
                  <a:pt x="949836" y="5426093"/>
                </a:cubicBezTo>
                <a:cubicBezTo>
                  <a:pt x="920168" y="5424861"/>
                  <a:pt x="892764" y="5432710"/>
                  <a:pt x="859237" y="5435973"/>
                </a:cubicBezTo>
                <a:cubicBezTo>
                  <a:pt x="823344" y="5430160"/>
                  <a:pt x="804272" y="5444731"/>
                  <a:pt x="768445" y="5448159"/>
                </a:cubicBezTo>
                <a:cubicBezTo>
                  <a:pt x="733630" y="5434899"/>
                  <a:pt x="744432" y="5468566"/>
                  <a:pt x="714393" y="5468302"/>
                </a:cubicBezTo>
                <a:cubicBezTo>
                  <a:pt x="665910" y="5456640"/>
                  <a:pt x="715197" y="5479526"/>
                  <a:pt x="639791" y="5476924"/>
                </a:cubicBezTo>
                <a:cubicBezTo>
                  <a:pt x="635590" y="5474880"/>
                  <a:pt x="626375" y="5477333"/>
                  <a:pt x="627266" y="5480260"/>
                </a:cubicBezTo>
                <a:cubicBezTo>
                  <a:pt x="622501" y="5479477"/>
                  <a:pt x="611196" y="5474127"/>
                  <a:pt x="609977" y="5478891"/>
                </a:cubicBezTo>
                <a:cubicBezTo>
                  <a:pt x="585928" y="5480121"/>
                  <a:pt x="562064" y="5478026"/>
                  <a:pt x="540688" y="5472807"/>
                </a:cubicBezTo>
                <a:cubicBezTo>
                  <a:pt x="494260" y="5482226"/>
                  <a:pt x="519722" y="5459453"/>
                  <a:pt x="486194" y="5462661"/>
                </a:cubicBezTo>
                <a:cubicBezTo>
                  <a:pt x="459222" y="5472731"/>
                  <a:pt x="449283" y="5465413"/>
                  <a:pt x="418164" y="5472485"/>
                </a:cubicBezTo>
                <a:cubicBezTo>
                  <a:pt x="407504" y="5457469"/>
                  <a:pt x="388899" y="5474930"/>
                  <a:pt x="376724" y="5470967"/>
                </a:cubicBezTo>
                <a:cubicBezTo>
                  <a:pt x="357541" y="5489409"/>
                  <a:pt x="329120" y="5456071"/>
                  <a:pt x="308908" y="5457025"/>
                </a:cubicBezTo>
                <a:cubicBezTo>
                  <a:pt x="274916" y="5461376"/>
                  <a:pt x="238368" y="5480973"/>
                  <a:pt x="219416" y="5463995"/>
                </a:cubicBezTo>
                <a:cubicBezTo>
                  <a:pt x="217077" y="5471389"/>
                  <a:pt x="220429" y="5481203"/>
                  <a:pt x="200977" y="5480608"/>
                </a:cubicBezTo>
                <a:cubicBezTo>
                  <a:pt x="193315" y="5484612"/>
                  <a:pt x="192227" y="5495868"/>
                  <a:pt x="176226" y="5491022"/>
                </a:cubicBezTo>
                <a:cubicBezTo>
                  <a:pt x="195501" y="5480307"/>
                  <a:pt x="163065" y="5480325"/>
                  <a:pt x="165702" y="5468604"/>
                </a:cubicBezTo>
                <a:cubicBezTo>
                  <a:pt x="141228" y="5462364"/>
                  <a:pt x="86026" y="5474606"/>
                  <a:pt x="88282" y="5453658"/>
                </a:cubicBezTo>
                <a:cubicBezTo>
                  <a:pt x="80722" y="5441690"/>
                  <a:pt x="50300" y="5462007"/>
                  <a:pt x="49602" y="5448762"/>
                </a:cubicBezTo>
                <a:cubicBezTo>
                  <a:pt x="42967" y="5453333"/>
                  <a:pt x="33469" y="5452380"/>
                  <a:pt x="22844" y="5450459"/>
                </a:cubicBezTo>
                <a:lnTo>
                  <a:pt x="0" y="5447653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925" y="1071349"/>
            <a:ext cx="4414836" cy="1211475"/>
          </a:xfrm>
        </p:spPr>
        <p:txBody>
          <a:bodyPr>
            <a:normAutofit/>
          </a:bodyPr>
          <a:lstStyle/>
          <a:p>
            <a:r>
              <a:rPr lang="en-US" sz="3100" dirty="0"/>
              <a:t>Introduction &amp; Problem Statement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78936" y="395108"/>
            <a:ext cx="1280814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A38B3245-A928-6FA6-4F75-5125CDEFD2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62538" y="2419350"/>
          <a:ext cx="4313610" cy="3237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300"/>
              <a:t>Data Engineering &amp; Machine Learning</a:t>
            </a:r>
          </a:p>
        </p:txBody>
      </p:sp>
      <p:pic>
        <p:nvPicPr>
          <p:cNvPr id="7" name="Picture 6" descr="Lacquered yellow cricket balls await labeling">
            <a:extLst>
              <a:ext uri="{FF2B5EF4-FFF2-40B4-BE49-F238E27FC236}">
                <a16:creationId xmlns:a16="http://schemas.microsoft.com/office/drawing/2014/main" id="{9CDB2F71-B37D-1AF1-BEEA-3660F6151D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05" r="34025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Data Ingestion: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Batch parser engine cleanly structures 1.2 million nested JSON deliveries from Cricsheet.</a:t>
            </a:r>
          </a:p>
          <a:p>
            <a:pPr>
              <a:lnSpc>
                <a:spcPct val="90000"/>
              </a:lnSpc>
            </a:pPr>
            <a:r>
              <a:rPr lang="en-US" sz="1600"/>
              <a:t>Model Architecture: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PyTorch LSTM models reading up to a 12-ball rolling sequence.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NLP Python regex scripts extract ball Line and Length from unstructured text commentary.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Custom Focal Loss math implemented to resolve severe class imbalances (Dot balls vs Wickets).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Database Architecture &amp; UI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1656C28C-1610-B7EE-B42A-AD4E14E77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61" r="25939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Storage Layer: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Relational database schemas designed for C-optimized SQLite instances.</a:t>
            </a:r>
          </a:p>
          <a:p>
            <a:pPr>
              <a:lnSpc>
                <a:spcPct val="90000"/>
              </a:lnSpc>
            </a:pPr>
            <a:r>
              <a:rPr lang="en-US" sz="1600"/>
              <a:t>Frontend Dashboard: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Built using Streamlit to render interactive grid charts and live NLP commentary testing.</a:t>
            </a:r>
          </a:p>
          <a:p>
            <a:pPr>
              <a:lnSpc>
                <a:spcPct val="90000"/>
              </a:lnSpc>
            </a:pPr>
            <a:r>
              <a:rPr lang="en-US" sz="1600"/>
              <a:t>Backend Routing &amp; Optimization: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Strict routing pipelines established between UI inputs and LSTM endpoints.</a:t>
            </a:r>
          </a:p>
          <a:p>
            <a:pPr lvl="1">
              <a:lnSpc>
                <a:spcPct val="90000"/>
              </a:lnSpc>
            </a:pPr>
            <a:r>
              <a:rPr lang="en-US" sz="1600"/>
              <a:t>Memory caching implemented to process 1.2 million rows instantly without UI crashing.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Cost Analysis &amp; Conclusion</a:t>
            </a:r>
          </a:p>
        </p:txBody>
      </p:sp>
      <p:pic>
        <p:nvPicPr>
          <p:cNvPr id="8" name="Picture 7" descr="Cricket equipment">
            <a:extLst>
              <a:ext uri="{FF2B5EF4-FFF2-40B4-BE49-F238E27FC236}">
                <a16:creationId xmlns:a16="http://schemas.microsoft.com/office/drawing/2014/main" id="{69DD975A-6594-6117-8018-98BECF4DE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17" r="36184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/>
              <a:t>Cost Analysis:</a:t>
            </a:r>
          </a:p>
          <a:p>
            <a:pPr lvl="1"/>
            <a:r>
              <a:rPr lang="en-US" sz="1900"/>
              <a:t>100% Open-source stack (Python, Pandas, SQLite) =  Licensing Fees.</a:t>
            </a:r>
          </a:p>
          <a:p>
            <a:pPr lvl="1"/>
            <a:r>
              <a:rPr lang="en-US" sz="1900"/>
              <a:t>Cloud Hosting (AWS EC2 / GCP) = ~ / month.</a:t>
            </a:r>
          </a:p>
          <a:p>
            <a:r>
              <a:rPr lang="en-US" sz="1900"/>
              <a:t>Conclusion:</a:t>
            </a:r>
          </a:p>
          <a:p>
            <a:pPr lvl="1"/>
            <a:r>
              <a:rPr lang="en-US" sz="1900"/>
              <a:t>DeepSequence successfully bridges the gap between basic static stats and real-time pressure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254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DeepSequence T20I</vt:lpstr>
      <vt:lpstr>Introduction &amp; Problem Statement</vt:lpstr>
      <vt:lpstr>Data Engineering &amp; Machine Learning</vt:lpstr>
      <vt:lpstr>Database Architecture &amp; UI</vt:lpstr>
      <vt:lpstr>Cost Analysis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Siddiqui, Tahmid</cp:lastModifiedBy>
  <cp:revision>2</cp:revision>
  <dcterms:created xsi:type="dcterms:W3CDTF">2013-01-27T09:14:16Z</dcterms:created>
  <dcterms:modified xsi:type="dcterms:W3CDTF">2026-09-04T18:02:57Z</dcterms:modified>
  <cp:category/>
</cp:coreProperties>
</file>